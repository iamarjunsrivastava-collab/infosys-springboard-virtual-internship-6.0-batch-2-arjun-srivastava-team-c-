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84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98F1663-DE3C-47CE-82EA-6A53885727C5}" v="35" dt="2025-10-31T11:00:40.11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4" d="100"/>
          <a:sy n="64" d="100"/>
        </p:scale>
        <p:origin x="738" y="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1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nil Srivastava" userId="d3a02ca0156b2808" providerId="LiveId" clId="{7F7547DE-3636-44E9-8969-7AD423854008}"/>
    <pc:docChg chg="undo custSel modSld">
      <pc:chgData name="Anil Srivastava" userId="d3a02ca0156b2808" providerId="LiveId" clId="{7F7547DE-3636-44E9-8969-7AD423854008}" dt="2025-10-31T11:03:09.330" v="399" actId="20577"/>
      <pc:docMkLst>
        <pc:docMk/>
      </pc:docMkLst>
      <pc:sldChg chg="modSp mod">
        <pc:chgData name="Anil Srivastava" userId="d3a02ca0156b2808" providerId="LiveId" clId="{7F7547DE-3636-44E9-8969-7AD423854008}" dt="2025-10-31T11:03:09.330" v="399" actId="20577"/>
        <pc:sldMkLst>
          <pc:docMk/>
          <pc:sldMk cId="0" sldId="256"/>
        </pc:sldMkLst>
        <pc:spChg chg="mod">
          <ac:chgData name="Anil Srivastava" userId="d3a02ca0156b2808" providerId="LiveId" clId="{7F7547DE-3636-44E9-8969-7AD423854008}" dt="2025-10-31T11:03:09.330" v="399" actId="20577"/>
          <ac:spMkLst>
            <pc:docMk/>
            <pc:sldMk cId="0" sldId="256"/>
            <ac:spMk id="2" creationId="{00000000-0000-0000-0000-000000000000}"/>
          </ac:spMkLst>
        </pc:spChg>
        <pc:spChg chg="mod">
          <ac:chgData name="Anil Srivastava" userId="d3a02ca0156b2808" providerId="LiveId" clId="{7F7547DE-3636-44E9-8969-7AD423854008}" dt="2025-10-31T10:35:23.203" v="89" actId="113"/>
          <ac:spMkLst>
            <pc:docMk/>
            <pc:sldMk cId="0" sldId="256"/>
            <ac:spMk id="3" creationId="{00000000-0000-0000-0000-000000000000}"/>
          </ac:spMkLst>
        </pc:spChg>
      </pc:sldChg>
      <pc:sldChg chg="modSp mod">
        <pc:chgData name="Anil Srivastava" userId="d3a02ca0156b2808" providerId="LiveId" clId="{7F7547DE-3636-44E9-8969-7AD423854008}" dt="2025-10-31T10:38:14.474" v="101" actId="14100"/>
        <pc:sldMkLst>
          <pc:docMk/>
          <pc:sldMk cId="0" sldId="257"/>
        </pc:sldMkLst>
        <pc:spChg chg="mod">
          <ac:chgData name="Anil Srivastava" userId="d3a02ca0156b2808" providerId="LiveId" clId="{7F7547DE-3636-44E9-8969-7AD423854008}" dt="2025-10-31T10:32:38.894" v="60"/>
          <ac:spMkLst>
            <pc:docMk/>
            <pc:sldMk cId="0" sldId="257"/>
            <ac:spMk id="2" creationId="{00000000-0000-0000-0000-000000000000}"/>
          </ac:spMkLst>
        </pc:spChg>
        <pc:spChg chg="mod">
          <ac:chgData name="Anil Srivastava" userId="d3a02ca0156b2808" providerId="LiveId" clId="{7F7547DE-3636-44E9-8969-7AD423854008}" dt="2025-10-31T10:38:14.474" v="101" actId="14100"/>
          <ac:spMkLst>
            <pc:docMk/>
            <pc:sldMk cId="0" sldId="257"/>
            <ac:spMk id="3" creationId="{00000000-0000-0000-0000-000000000000}"/>
          </ac:spMkLst>
        </pc:spChg>
      </pc:sldChg>
      <pc:sldChg chg="modSp mod">
        <pc:chgData name="Anil Srivastava" userId="d3a02ca0156b2808" providerId="LiveId" clId="{7F7547DE-3636-44E9-8969-7AD423854008}" dt="2025-10-31T10:40:32.112" v="127" actId="12"/>
        <pc:sldMkLst>
          <pc:docMk/>
          <pc:sldMk cId="0" sldId="258"/>
        </pc:sldMkLst>
        <pc:spChg chg="mod">
          <ac:chgData name="Anil Srivastava" userId="d3a02ca0156b2808" providerId="LiveId" clId="{7F7547DE-3636-44E9-8969-7AD423854008}" dt="2025-10-31T10:32:38.894" v="60"/>
          <ac:spMkLst>
            <pc:docMk/>
            <pc:sldMk cId="0" sldId="258"/>
            <ac:spMk id="2" creationId="{00000000-0000-0000-0000-000000000000}"/>
          </ac:spMkLst>
        </pc:spChg>
        <pc:spChg chg="mod">
          <ac:chgData name="Anil Srivastava" userId="d3a02ca0156b2808" providerId="LiveId" clId="{7F7547DE-3636-44E9-8969-7AD423854008}" dt="2025-10-31T10:40:32.112" v="127" actId="12"/>
          <ac:spMkLst>
            <pc:docMk/>
            <pc:sldMk cId="0" sldId="258"/>
            <ac:spMk id="3" creationId="{00000000-0000-0000-0000-000000000000}"/>
          </ac:spMkLst>
        </pc:spChg>
      </pc:sldChg>
      <pc:sldChg chg="addSp modSp mod modClrScheme chgLayout">
        <pc:chgData name="Anil Srivastava" userId="d3a02ca0156b2808" providerId="LiveId" clId="{7F7547DE-3636-44E9-8969-7AD423854008}" dt="2025-10-31T10:48:54.531" v="210" actId="1036"/>
        <pc:sldMkLst>
          <pc:docMk/>
          <pc:sldMk cId="0" sldId="259"/>
        </pc:sldMkLst>
        <pc:spChg chg="mod ord">
          <ac:chgData name="Anil Srivastava" userId="d3a02ca0156b2808" providerId="LiveId" clId="{7F7547DE-3636-44E9-8969-7AD423854008}" dt="2025-10-31T10:44:09.688" v="139" actId="700"/>
          <ac:spMkLst>
            <pc:docMk/>
            <pc:sldMk cId="0" sldId="259"/>
            <ac:spMk id="2" creationId="{00000000-0000-0000-0000-000000000000}"/>
          </ac:spMkLst>
        </pc:spChg>
        <pc:spChg chg="mod ord">
          <ac:chgData name="Anil Srivastava" userId="d3a02ca0156b2808" providerId="LiveId" clId="{7F7547DE-3636-44E9-8969-7AD423854008}" dt="2025-10-31T10:48:54.531" v="210" actId="1036"/>
          <ac:spMkLst>
            <pc:docMk/>
            <pc:sldMk cId="0" sldId="259"/>
            <ac:spMk id="3" creationId="{00000000-0000-0000-0000-000000000000}"/>
          </ac:spMkLst>
        </pc:spChg>
        <pc:spChg chg="add mod ord">
          <ac:chgData name="Anil Srivastava" userId="d3a02ca0156b2808" providerId="LiveId" clId="{7F7547DE-3636-44E9-8969-7AD423854008}" dt="2025-10-31T10:48:08.656" v="208" actId="27636"/>
          <ac:spMkLst>
            <pc:docMk/>
            <pc:sldMk cId="0" sldId="259"/>
            <ac:spMk id="4" creationId="{2ED07C13-2E61-6CFA-9922-3BBBB8968DA8}"/>
          </ac:spMkLst>
        </pc:spChg>
      </pc:sldChg>
      <pc:sldChg chg="addSp modSp mod modClrScheme chgLayout">
        <pc:chgData name="Anil Srivastava" userId="d3a02ca0156b2808" providerId="LiveId" clId="{7F7547DE-3636-44E9-8969-7AD423854008}" dt="2025-10-31T11:02:44.973" v="381" actId="1076"/>
        <pc:sldMkLst>
          <pc:docMk/>
          <pc:sldMk cId="0" sldId="260"/>
        </pc:sldMkLst>
        <pc:spChg chg="mod ord">
          <ac:chgData name="Anil Srivastava" userId="d3a02ca0156b2808" providerId="LiveId" clId="{7F7547DE-3636-44E9-8969-7AD423854008}" dt="2025-10-31T10:49:32.730" v="211" actId="700"/>
          <ac:spMkLst>
            <pc:docMk/>
            <pc:sldMk cId="0" sldId="260"/>
            <ac:spMk id="2" creationId="{00000000-0000-0000-0000-000000000000}"/>
          </ac:spMkLst>
        </pc:spChg>
        <pc:spChg chg="mod ord">
          <ac:chgData name="Anil Srivastava" userId="d3a02ca0156b2808" providerId="LiveId" clId="{7F7547DE-3636-44E9-8969-7AD423854008}" dt="2025-10-31T11:02:37.781" v="380" actId="1076"/>
          <ac:spMkLst>
            <pc:docMk/>
            <pc:sldMk cId="0" sldId="260"/>
            <ac:spMk id="3" creationId="{00000000-0000-0000-0000-000000000000}"/>
          </ac:spMkLst>
        </pc:spChg>
        <pc:spChg chg="add mod ord">
          <ac:chgData name="Anil Srivastava" userId="d3a02ca0156b2808" providerId="LiveId" clId="{7F7547DE-3636-44E9-8969-7AD423854008}" dt="2025-10-31T11:02:44.973" v="381" actId="1076"/>
          <ac:spMkLst>
            <pc:docMk/>
            <pc:sldMk cId="0" sldId="260"/>
            <ac:spMk id="4" creationId="{80903166-14E6-A6C2-8BE9-01D69FDEE517}"/>
          </ac:spMkLst>
        </pc:spChg>
      </pc:sldChg>
      <pc:sldChg chg="addSp delSp modSp mod">
        <pc:chgData name="Anil Srivastava" userId="d3a02ca0156b2808" providerId="LiveId" clId="{7F7547DE-3636-44E9-8969-7AD423854008}" dt="2025-10-31T10:53:18.543" v="276" actId="1076"/>
        <pc:sldMkLst>
          <pc:docMk/>
          <pc:sldMk cId="0" sldId="261"/>
        </pc:sldMkLst>
        <pc:spChg chg="mod">
          <ac:chgData name="Anil Srivastava" userId="d3a02ca0156b2808" providerId="LiveId" clId="{7F7547DE-3636-44E9-8969-7AD423854008}" dt="2025-10-31T10:32:38.894" v="60"/>
          <ac:spMkLst>
            <pc:docMk/>
            <pc:sldMk cId="0" sldId="261"/>
            <ac:spMk id="2" creationId="{00000000-0000-0000-0000-000000000000}"/>
          </ac:spMkLst>
        </pc:spChg>
        <pc:spChg chg="del mod">
          <ac:chgData name="Anil Srivastava" userId="d3a02ca0156b2808" providerId="LiveId" clId="{7F7547DE-3636-44E9-8969-7AD423854008}" dt="2025-10-31T10:51:51.025" v="254"/>
          <ac:spMkLst>
            <pc:docMk/>
            <pc:sldMk cId="0" sldId="261"/>
            <ac:spMk id="3" creationId="{00000000-0000-0000-0000-000000000000}"/>
          </ac:spMkLst>
        </pc:spChg>
        <pc:spChg chg="add mod">
          <ac:chgData name="Anil Srivastava" userId="d3a02ca0156b2808" providerId="LiveId" clId="{7F7547DE-3636-44E9-8969-7AD423854008}" dt="2025-10-31T10:53:18.543" v="276" actId="1076"/>
          <ac:spMkLst>
            <pc:docMk/>
            <pc:sldMk cId="0" sldId="261"/>
            <ac:spMk id="4" creationId="{43E982A9-ED4F-B035-5F7E-8C8B6CAE2712}"/>
          </ac:spMkLst>
        </pc:spChg>
      </pc:sldChg>
      <pc:sldChg chg="addSp delSp modSp mod">
        <pc:chgData name="Anil Srivastava" userId="d3a02ca0156b2808" providerId="LiveId" clId="{7F7547DE-3636-44E9-8969-7AD423854008}" dt="2025-10-31T10:54:37.337" v="287" actId="122"/>
        <pc:sldMkLst>
          <pc:docMk/>
          <pc:sldMk cId="0" sldId="262"/>
        </pc:sldMkLst>
        <pc:spChg chg="mod">
          <ac:chgData name="Anil Srivastava" userId="d3a02ca0156b2808" providerId="LiveId" clId="{7F7547DE-3636-44E9-8969-7AD423854008}" dt="2025-10-31T10:32:38.894" v="60"/>
          <ac:spMkLst>
            <pc:docMk/>
            <pc:sldMk cId="0" sldId="262"/>
            <ac:spMk id="2" creationId="{00000000-0000-0000-0000-000000000000}"/>
          </ac:spMkLst>
        </pc:spChg>
        <pc:spChg chg="del mod">
          <ac:chgData name="Anil Srivastava" userId="d3a02ca0156b2808" providerId="LiveId" clId="{7F7547DE-3636-44E9-8969-7AD423854008}" dt="2025-10-31T10:53:36.730" v="280"/>
          <ac:spMkLst>
            <pc:docMk/>
            <pc:sldMk cId="0" sldId="262"/>
            <ac:spMk id="3" creationId="{00000000-0000-0000-0000-000000000000}"/>
          </ac:spMkLst>
        </pc:spChg>
        <pc:graphicFrameChg chg="add mod modGraphic">
          <ac:chgData name="Anil Srivastava" userId="d3a02ca0156b2808" providerId="LiveId" clId="{7F7547DE-3636-44E9-8969-7AD423854008}" dt="2025-10-31T10:54:37.337" v="287" actId="122"/>
          <ac:graphicFrameMkLst>
            <pc:docMk/>
            <pc:sldMk cId="0" sldId="262"/>
            <ac:graphicFrameMk id="4" creationId="{825A599B-FD41-739F-AB51-2DF3382E2DFB}"/>
          </ac:graphicFrameMkLst>
        </pc:graphicFrameChg>
      </pc:sldChg>
      <pc:sldChg chg="addSp delSp modSp mod modClrScheme chgLayout">
        <pc:chgData name="Anil Srivastava" userId="d3a02ca0156b2808" providerId="LiveId" clId="{7F7547DE-3636-44E9-8969-7AD423854008}" dt="2025-10-31T10:57:05.108" v="332" actId="27636"/>
        <pc:sldMkLst>
          <pc:docMk/>
          <pc:sldMk cId="0" sldId="263"/>
        </pc:sldMkLst>
        <pc:spChg chg="mod ord">
          <ac:chgData name="Anil Srivastava" userId="d3a02ca0156b2808" providerId="LiveId" clId="{7F7547DE-3636-44E9-8969-7AD423854008}" dt="2025-10-31T10:55:14.885" v="291" actId="700"/>
          <ac:spMkLst>
            <pc:docMk/>
            <pc:sldMk cId="0" sldId="263"/>
            <ac:spMk id="2" creationId="{00000000-0000-0000-0000-000000000000}"/>
          </ac:spMkLst>
        </pc:spChg>
        <pc:spChg chg="del mod ord">
          <ac:chgData name="Anil Srivastava" userId="d3a02ca0156b2808" providerId="LiveId" clId="{7F7547DE-3636-44E9-8969-7AD423854008}" dt="2025-10-31T10:55:14.885" v="291" actId="700"/>
          <ac:spMkLst>
            <pc:docMk/>
            <pc:sldMk cId="0" sldId="263"/>
            <ac:spMk id="3" creationId="{00000000-0000-0000-0000-000000000000}"/>
          </ac:spMkLst>
        </pc:spChg>
        <pc:spChg chg="add mod ord">
          <ac:chgData name="Anil Srivastava" userId="d3a02ca0156b2808" providerId="LiveId" clId="{7F7547DE-3636-44E9-8969-7AD423854008}" dt="2025-10-31T10:57:05.108" v="331" actId="27636"/>
          <ac:spMkLst>
            <pc:docMk/>
            <pc:sldMk cId="0" sldId="263"/>
            <ac:spMk id="4" creationId="{CDFF90B3-1832-5A49-8B74-5D0CD1E312E2}"/>
          </ac:spMkLst>
        </pc:spChg>
        <pc:spChg chg="add mod ord">
          <ac:chgData name="Anil Srivastava" userId="d3a02ca0156b2808" providerId="LiveId" clId="{7F7547DE-3636-44E9-8969-7AD423854008}" dt="2025-10-31T10:57:05.108" v="332" actId="27636"/>
          <ac:spMkLst>
            <pc:docMk/>
            <pc:sldMk cId="0" sldId="263"/>
            <ac:spMk id="5" creationId="{9D20F6D4-128E-6079-7DF9-D8A74D930CA7}"/>
          </ac:spMkLst>
        </pc:spChg>
      </pc:sldChg>
      <pc:sldChg chg="addSp delSp modSp mod">
        <pc:chgData name="Anil Srivastava" userId="d3a02ca0156b2808" providerId="LiveId" clId="{7F7547DE-3636-44E9-8969-7AD423854008}" dt="2025-10-31T10:59:05.159" v="355" actId="14100"/>
        <pc:sldMkLst>
          <pc:docMk/>
          <pc:sldMk cId="0" sldId="264"/>
        </pc:sldMkLst>
        <pc:spChg chg="mod">
          <ac:chgData name="Anil Srivastava" userId="d3a02ca0156b2808" providerId="LiveId" clId="{7F7547DE-3636-44E9-8969-7AD423854008}" dt="2025-10-31T10:32:38.894" v="60"/>
          <ac:spMkLst>
            <pc:docMk/>
            <pc:sldMk cId="0" sldId="264"/>
            <ac:spMk id="2" creationId="{00000000-0000-0000-0000-000000000000}"/>
          </ac:spMkLst>
        </pc:spChg>
        <pc:spChg chg="del mod">
          <ac:chgData name="Anil Srivastava" userId="d3a02ca0156b2808" providerId="LiveId" clId="{7F7547DE-3636-44E9-8969-7AD423854008}" dt="2025-10-31T10:57:28.519" v="335"/>
          <ac:spMkLst>
            <pc:docMk/>
            <pc:sldMk cId="0" sldId="264"/>
            <ac:spMk id="3" creationId="{00000000-0000-0000-0000-000000000000}"/>
          </ac:spMkLst>
        </pc:spChg>
        <pc:spChg chg="add mod">
          <ac:chgData name="Anil Srivastava" userId="d3a02ca0156b2808" providerId="LiveId" clId="{7F7547DE-3636-44E9-8969-7AD423854008}" dt="2025-10-31T10:59:05.159" v="355" actId="14100"/>
          <ac:spMkLst>
            <pc:docMk/>
            <pc:sldMk cId="0" sldId="264"/>
            <ac:spMk id="4" creationId="{D73CE593-D150-CD7D-4612-6AAC8C98B7C8}"/>
          </ac:spMkLst>
        </pc:spChg>
      </pc:sldChg>
      <pc:sldChg chg="modSp mod">
        <pc:chgData name="Anil Srivastava" userId="d3a02ca0156b2808" providerId="LiveId" clId="{7F7547DE-3636-44E9-8969-7AD423854008}" dt="2025-10-31T11:00:11.101" v="365" actId="1076"/>
        <pc:sldMkLst>
          <pc:docMk/>
          <pc:sldMk cId="0" sldId="265"/>
        </pc:sldMkLst>
        <pc:spChg chg="mod">
          <ac:chgData name="Anil Srivastava" userId="d3a02ca0156b2808" providerId="LiveId" clId="{7F7547DE-3636-44E9-8969-7AD423854008}" dt="2025-10-31T10:32:38.894" v="60"/>
          <ac:spMkLst>
            <pc:docMk/>
            <pc:sldMk cId="0" sldId="265"/>
            <ac:spMk id="2" creationId="{00000000-0000-0000-0000-000000000000}"/>
          </ac:spMkLst>
        </pc:spChg>
        <pc:spChg chg="mod">
          <ac:chgData name="Anil Srivastava" userId="d3a02ca0156b2808" providerId="LiveId" clId="{7F7547DE-3636-44E9-8969-7AD423854008}" dt="2025-10-31T11:00:11.101" v="365" actId="1076"/>
          <ac:spMkLst>
            <pc:docMk/>
            <pc:sldMk cId="0" sldId="265"/>
            <ac:spMk id="3" creationId="{00000000-0000-0000-0000-000000000000}"/>
          </ac:spMkLst>
        </pc:spChg>
      </pc:sldChg>
      <pc:sldChg chg="modSp mod">
        <pc:chgData name="Anil Srivastava" userId="d3a02ca0156b2808" providerId="LiveId" clId="{7F7547DE-3636-44E9-8969-7AD423854008}" dt="2025-10-31T11:01:30.879" v="375" actId="255"/>
        <pc:sldMkLst>
          <pc:docMk/>
          <pc:sldMk cId="0" sldId="266"/>
        </pc:sldMkLst>
        <pc:spChg chg="mod">
          <ac:chgData name="Anil Srivastava" userId="d3a02ca0156b2808" providerId="LiveId" clId="{7F7547DE-3636-44E9-8969-7AD423854008}" dt="2025-10-31T10:32:38.894" v="60"/>
          <ac:spMkLst>
            <pc:docMk/>
            <pc:sldMk cId="0" sldId="266"/>
            <ac:spMk id="2" creationId="{00000000-0000-0000-0000-000000000000}"/>
          </ac:spMkLst>
        </pc:spChg>
        <pc:spChg chg="mod">
          <ac:chgData name="Anil Srivastava" userId="d3a02ca0156b2808" providerId="LiveId" clId="{7F7547DE-3636-44E9-8969-7AD423854008}" dt="2025-10-31T11:01:30.879" v="375" actId="255"/>
          <ac:spMkLst>
            <pc:docMk/>
            <pc:sldMk cId="0" sldId="266"/>
            <ac:spMk id="3" creationId="{00000000-0000-0000-0000-00000000000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9" name="Rectangle 8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Oval 9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Oval 11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66440" y="2226503"/>
            <a:ext cx="5917679" cy="2550877"/>
          </a:xfrm>
        </p:spPr>
        <p:txBody>
          <a:bodyPr anchor="b"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6440" y="4777380"/>
            <a:ext cx="5917679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>
          <a:xfrm rot="5400000">
            <a:off x="7498080" y="1828800"/>
            <a:ext cx="990599" cy="228659"/>
          </a:xfrm>
        </p:spPr>
        <p:txBody>
          <a:bodyPr anchor="t"/>
          <a:lstStyle>
            <a:lvl1pPr algn="l"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10/31/2025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>
          <a:xfrm rot="5400000">
            <a:off x="6236208" y="3264408"/>
            <a:ext cx="3859795" cy="228660"/>
          </a:xfrm>
        </p:spPr>
        <p:txBody>
          <a:bodyPr/>
          <a:lstStyle>
            <a:lvl1pPr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8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82885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5970" y="927098"/>
            <a:ext cx="6343672" cy="709865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86508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Rectangle 9"/>
            <p:cNvSpPr/>
            <p:nvPr/>
          </p:nvSpPr>
          <p:spPr>
            <a:xfrm>
              <a:off x="5283673" y="402165"/>
              <a:ext cx="3465769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10"/>
            <p:cNvSpPr/>
            <p:nvPr/>
          </p:nvSpPr>
          <p:spPr bwMode="gray">
            <a:xfrm rot="16200000">
              <a:off x="3105027" y="1765596"/>
              <a:ext cx="5995993" cy="3326809"/>
            </a:xfrm>
            <a:custGeom>
              <a:avLst/>
              <a:gdLst/>
              <a:ahLst/>
              <a:cxnLst/>
              <a:rect l="0" t="0" r="r" b="b"/>
              <a:pathLst>
                <a:path w="4960" h="2752">
                  <a:moveTo>
                    <a:pt x="0" y="0"/>
                  </a:moveTo>
                  <a:lnTo>
                    <a:pt x="0" y="324"/>
                  </a:lnTo>
                  <a:lnTo>
                    <a:pt x="0" y="1992"/>
                  </a:lnTo>
                  <a:lnTo>
                    <a:pt x="0" y="2752"/>
                  </a:lnTo>
                  <a:lnTo>
                    <a:pt x="4960" y="2752"/>
                  </a:lnTo>
                  <a:lnTo>
                    <a:pt x="4960" y="1992"/>
                  </a:lnTo>
                  <a:lnTo>
                    <a:pt x="4960" y="324"/>
                  </a:lnTo>
                  <a:lnTo>
                    <a:pt x="4960" y="0"/>
                  </a:lnTo>
                  <a:lnTo>
                    <a:pt x="4960" y="0"/>
                  </a:lnTo>
                  <a:lnTo>
                    <a:pt x="4734" y="34"/>
                  </a:lnTo>
                  <a:lnTo>
                    <a:pt x="4510" y="64"/>
                  </a:lnTo>
                  <a:lnTo>
                    <a:pt x="4284" y="90"/>
                  </a:lnTo>
                  <a:lnTo>
                    <a:pt x="4060" y="114"/>
                  </a:lnTo>
                  <a:lnTo>
                    <a:pt x="3836" y="132"/>
                  </a:lnTo>
                  <a:lnTo>
                    <a:pt x="3614" y="146"/>
                  </a:lnTo>
                  <a:lnTo>
                    <a:pt x="3392" y="158"/>
                  </a:lnTo>
                  <a:lnTo>
                    <a:pt x="3174" y="166"/>
                  </a:lnTo>
                  <a:lnTo>
                    <a:pt x="2960" y="172"/>
                  </a:lnTo>
                  <a:lnTo>
                    <a:pt x="2748" y="174"/>
                  </a:lnTo>
                  <a:lnTo>
                    <a:pt x="2542" y="174"/>
                  </a:lnTo>
                  <a:lnTo>
                    <a:pt x="2338" y="174"/>
                  </a:lnTo>
                  <a:lnTo>
                    <a:pt x="2140" y="170"/>
                  </a:lnTo>
                  <a:lnTo>
                    <a:pt x="1948" y="164"/>
                  </a:lnTo>
                  <a:lnTo>
                    <a:pt x="1762" y="156"/>
                  </a:lnTo>
                  <a:lnTo>
                    <a:pt x="1582" y="148"/>
                  </a:lnTo>
                  <a:lnTo>
                    <a:pt x="1410" y="138"/>
                  </a:lnTo>
                  <a:lnTo>
                    <a:pt x="1244" y="128"/>
                  </a:lnTo>
                  <a:lnTo>
                    <a:pt x="1088" y="116"/>
                  </a:lnTo>
                  <a:lnTo>
                    <a:pt x="938" y="104"/>
                  </a:lnTo>
                  <a:lnTo>
                    <a:pt x="668" y="78"/>
                  </a:lnTo>
                  <a:lnTo>
                    <a:pt x="438" y="54"/>
                  </a:lnTo>
                  <a:lnTo>
                    <a:pt x="254" y="34"/>
                  </a:lnTo>
                  <a:lnTo>
                    <a:pt x="116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8" name="Freeform 5"/>
            <p:cNvSpPr/>
            <p:nvPr/>
          </p:nvSpPr>
          <p:spPr bwMode="gray">
            <a:xfrm rot="15687606">
              <a:off x="3320102" y="145837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77534" y="2257588"/>
            <a:ext cx="3090672" cy="3020344"/>
          </a:xfrm>
        </p:spPr>
        <p:txBody>
          <a:bodyPr anchor="ctr"/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19261" y="2257588"/>
            <a:ext cx="3082516" cy="3020344"/>
          </a:xfrm>
        </p:spPr>
        <p:txBody>
          <a:bodyPr anchor="ctr"/>
          <a:lstStyle>
            <a:lvl1pPr marL="0" indent="0" algn="l">
              <a:buNone/>
              <a:defRPr sz="2000"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47307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66440" y="2489200"/>
            <a:ext cx="3636980" cy="3530603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0581" y="2489203"/>
            <a:ext cx="3636980" cy="353060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5123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9918" y="2489200"/>
            <a:ext cx="3633502" cy="759290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66440" y="3248490"/>
            <a:ext cx="3636980" cy="2771311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0581" y="2489200"/>
            <a:ext cx="3636979" cy="75663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0581" y="3245835"/>
            <a:ext cx="3636980" cy="277396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10139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18151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98396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>
            <a:xfrm>
              <a:off x="5283673" y="402165"/>
              <a:ext cx="3465769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11"/>
            <p:cNvSpPr/>
            <p:nvPr/>
          </p:nvSpPr>
          <p:spPr bwMode="gray">
            <a:xfrm rot="16200000">
              <a:off x="2548536" y="1765596"/>
              <a:ext cx="5995993" cy="3326809"/>
            </a:xfrm>
            <a:custGeom>
              <a:avLst/>
              <a:gdLst/>
              <a:ahLst/>
              <a:cxnLst/>
              <a:rect l="0" t="0" r="r" b="b"/>
              <a:pathLst>
                <a:path w="4960" h="2752">
                  <a:moveTo>
                    <a:pt x="0" y="0"/>
                  </a:moveTo>
                  <a:lnTo>
                    <a:pt x="0" y="324"/>
                  </a:lnTo>
                  <a:lnTo>
                    <a:pt x="0" y="1992"/>
                  </a:lnTo>
                  <a:lnTo>
                    <a:pt x="0" y="2752"/>
                  </a:lnTo>
                  <a:lnTo>
                    <a:pt x="4960" y="2752"/>
                  </a:lnTo>
                  <a:lnTo>
                    <a:pt x="4960" y="1992"/>
                  </a:lnTo>
                  <a:lnTo>
                    <a:pt x="4960" y="324"/>
                  </a:lnTo>
                  <a:lnTo>
                    <a:pt x="4960" y="0"/>
                  </a:lnTo>
                  <a:lnTo>
                    <a:pt x="4960" y="0"/>
                  </a:lnTo>
                  <a:lnTo>
                    <a:pt x="4734" y="34"/>
                  </a:lnTo>
                  <a:lnTo>
                    <a:pt x="4510" y="64"/>
                  </a:lnTo>
                  <a:lnTo>
                    <a:pt x="4284" y="90"/>
                  </a:lnTo>
                  <a:lnTo>
                    <a:pt x="4060" y="114"/>
                  </a:lnTo>
                  <a:lnTo>
                    <a:pt x="3836" y="132"/>
                  </a:lnTo>
                  <a:lnTo>
                    <a:pt x="3614" y="146"/>
                  </a:lnTo>
                  <a:lnTo>
                    <a:pt x="3392" y="158"/>
                  </a:lnTo>
                  <a:lnTo>
                    <a:pt x="3174" y="166"/>
                  </a:lnTo>
                  <a:lnTo>
                    <a:pt x="2960" y="172"/>
                  </a:lnTo>
                  <a:lnTo>
                    <a:pt x="2748" y="174"/>
                  </a:lnTo>
                  <a:lnTo>
                    <a:pt x="2542" y="174"/>
                  </a:lnTo>
                  <a:lnTo>
                    <a:pt x="2338" y="174"/>
                  </a:lnTo>
                  <a:lnTo>
                    <a:pt x="2140" y="170"/>
                  </a:lnTo>
                  <a:lnTo>
                    <a:pt x="1948" y="164"/>
                  </a:lnTo>
                  <a:lnTo>
                    <a:pt x="1762" y="156"/>
                  </a:lnTo>
                  <a:lnTo>
                    <a:pt x="1582" y="148"/>
                  </a:lnTo>
                  <a:lnTo>
                    <a:pt x="1410" y="138"/>
                  </a:lnTo>
                  <a:lnTo>
                    <a:pt x="1244" y="128"/>
                  </a:lnTo>
                  <a:lnTo>
                    <a:pt x="1088" y="116"/>
                  </a:lnTo>
                  <a:lnTo>
                    <a:pt x="938" y="104"/>
                  </a:lnTo>
                  <a:lnTo>
                    <a:pt x="668" y="78"/>
                  </a:lnTo>
                  <a:lnTo>
                    <a:pt x="438" y="54"/>
                  </a:lnTo>
                  <a:lnTo>
                    <a:pt x="254" y="34"/>
                  </a:lnTo>
                  <a:lnTo>
                    <a:pt x="116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2" name="Freeform 5"/>
            <p:cNvSpPr/>
            <p:nvPr/>
          </p:nvSpPr>
          <p:spPr bwMode="gray">
            <a:xfrm rot="15687606">
              <a:off x="2769747" y="145837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1447800"/>
            <a:ext cx="2712590" cy="1495588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68927" y="1447800"/>
            <a:ext cx="3632850" cy="45720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866441" y="3086845"/>
            <a:ext cx="2712589" cy="2933701"/>
          </a:xfrm>
        </p:spPr>
        <p:txBody>
          <a:bodyPr/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34027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>
            <a:xfrm>
              <a:off x="5283673" y="402165"/>
              <a:ext cx="3465769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11"/>
            <p:cNvSpPr/>
            <p:nvPr/>
          </p:nvSpPr>
          <p:spPr bwMode="gray">
            <a:xfrm rot="16200000">
              <a:off x="2852610" y="1765596"/>
              <a:ext cx="5995993" cy="3326809"/>
            </a:xfrm>
            <a:custGeom>
              <a:avLst/>
              <a:gdLst/>
              <a:ahLst/>
              <a:cxnLst/>
              <a:rect l="0" t="0" r="r" b="b"/>
              <a:pathLst>
                <a:path w="4960" h="2752">
                  <a:moveTo>
                    <a:pt x="0" y="0"/>
                  </a:moveTo>
                  <a:lnTo>
                    <a:pt x="0" y="324"/>
                  </a:lnTo>
                  <a:lnTo>
                    <a:pt x="0" y="1992"/>
                  </a:lnTo>
                  <a:lnTo>
                    <a:pt x="0" y="2752"/>
                  </a:lnTo>
                  <a:lnTo>
                    <a:pt x="4960" y="2752"/>
                  </a:lnTo>
                  <a:lnTo>
                    <a:pt x="4960" y="1992"/>
                  </a:lnTo>
                  <a:lnTo>
                    <a:pt x="4960" y="324"/>
                  </a:lnTo>
                  <a:lnTo>
                    <a:pt x="4960" y="0"/>
                  </a:lnTo>
                  <a:lnTo>
                    <a:pt x="4960" y="0"/>
                  </a:lnTo>
                  <a:lnTo>
                    <a:pt x="4734" y="34"/>
                  </a:lnTo>
                  <a:lnTo>
                    <a:pt x="4510" y="64"/>
                  </a:lnTo>
                  <a:lnTo>
                    <a:pt x="4284" y="90"/>
                  </a:lnTo>
                  <a:lnTo>
                    <a:pt x="4060" y="114"/>
                  </a:lnTo>
                  <a:lnTo>
                    <a:pt x="3836" y="132"/>
                  </a:lnTo>
                  <a:lnTo>
                    <a:pt x="3614" y="146"/>
                  </a:lnTo>
                  <a:lnTo>
                    <a:pt x="3392" y="158"/>
                  </a:lnTo>
                  <a:lnTo>
                    <a:pt x="3174" y="166"/>
                  </a:lnTo>
                  <a:lnTo>
                    <a:pt x="2960" y="172"/>
                  </a:lnTo>
                  <a:lnTo>
                    <a:pt x="2748" y="174"/>
                  </a:lnTo>
                  <a:lnTo>
                    <a:pt x="2542" y="174"/>
                  </a:lnTo>
                  <a:lnTo>
                    <a:pt x="2338" y="174"/>
                  </a:lnTo>
                  <a:lnTo>
                    <a:pt x="2140" y="170"/>
                  </a:lnTo>
                  <a:lnTo>
                    <a:pt x="1948" y="164"/>
                  </a:lnTo>
                  <a:lnTo>
                    <a:pt x="1762" y="156"/>
                  </a:lnTo>
                  <a:lnTo>
                    <a:pt x="1582" y="148"/>
                  </a:lnTo>
                  <a:lnTo>
                    <a:pt x="1410" y="138"/>
                  </a:lnTo>
                  <a:lnTo>
                    <a:pt x="1244" y="128"/>
                  </a:lnTo>
                  <a:lnTo>
                    <a:pt x="1088" y="116"/>
                  </a:lnTo>
                  <a:lnTo>
                    <a:pt x="938" y="104"/>
                  </a:lnTo>
                  <a:lnTo>
                    <a:pt x="668" y="78"/>
                  </a:lnTo>
                  <a:lnTo>
                    <a:pt x="438" y="54"/>
                  </a:lnTo>
                  <a:lnTo>
                    <a:pt x="254" y="34"/>
                  </a:lnTo>
                  <a:lnTo>
                    <a:pt x="116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4" name="Freeform 5"/>
            <p:cNvSpPr/>
            <p:nvPr/>
          </p:nvSpPr>
          <p:spPr bwMode="gray">
            <a:xfrm rot="15687606">
              <a:off x="3074559" y="145837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1381390"/>
            <a:ext cx="2987089" cy="157480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722909" y="1320800"/>
            <a:ext cx="2791102" cy="42164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0" y="3086100"/>
            <a:ext cx="2987089" cy="24511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93546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Freeform 5"/>
            <p:cNvSpPr/>
            <p:nvPr/>
          </p:nvSpPr>
          <p:spPr bwMode="gray">
            <a:xfrm rot="10204164">
              <a:off x="426788" y="4564241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6" name="Rectangle 15"/>
            <p:cNvSpPr/>
            <p:nvPr/>
          </p:nvSpPr>
          <p:spPr>
            <a:xfrm>
              <a:off x="421503" y="402165"/>
              <a:ext cx="8327939" cy="314113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10"/>
            <p:cNvSpPr/>
            <p:nvPr/>
          </p:nvSpPr>
          <p:spPr bwMode="gray">
            <a:xfrm rot="10800000">
              <a:off x="485023" y="2670079"/>
              <a:ext cx="8182128" cy="2130508"/>
            </a:xfrm>
            <a:custGeom>
              <a:avLst/>
              <a:gdLst/>
              <a:ahLst/>
              <a:cxnLst/>
              <a:rect l="l" t="t" r="r" b="b"/>
              <a:pathLst>
                <a:path w="10000" h="9621">
                  <a:moveTo>
                    <a:pt x="0" y="0"/>
                  </a:moveTo>
                  <a:lnTo>
                    <a:pt x="0" y="2411"/>
                  </a:lnTo>
                  <a:lnTo>
                    <a:pt x="0" y="9586"/>
                  </a:lnTo>
                  <a:lnTo>
                    <a:pt x="0" y="9621"/>
                  </a:lnTo>
                  <a:lnTo>
                    <a:pt x="10000" y="9585"/>
                  </a:lnTo>
                  <a:cubicBezTo>
                    <a:pt x="9997" y="8144"/>
                    <a:pt x="10003" y="9571"/>
                    <a:pt x="10000" y="9586"/>
                  </a:cubicBezTo>
                  <a:cubicBezTo>
                    <a:pt x="9997" y="7194"/>
                    <a:pt x="9993" y="4803"/>
                    <a:pt x="9990" y="2411"/>
                  </a:cubicBezTo>
                  <a:lnTo>
                    <a:pt x="9990" y="0"/>
                  </a:lnTo>
                  <a:lnTo>
                    <a:pt x="9990" y="0"/>
                  </a:lnTo>
                  <a:lnTo>
                    <a:pt x="9534" y="253"/>
                  </a:lnTo>
                  <a:lnTo>
                    <a:pt x="9084" y="477"/>
                  </a:lnTo>
                  <a:lnTo>
                    <a:pt x="8628" y="669"/>
                  </a:lnTo>
                  <a:lnTo>
                    <a:pt x="8177" y="847"/>
                  </a:lnTo>
                  <a:lnTo>
                    <a:pt x="7726" y="984"/>
                  </a:lnTo>
                  <a:lnTo>
                    <a:pt x="7279" y="1087"/>
                  </a:lnTo>
                  <a:lnTo>
                    <a:pt x="6832" y="1176"/>
                  </a:lnTo>
                  <a:lnTo>
                    <a:pt x="6393" y="1236"/>
                  </a:lnTo>
                  <a:lnTo>
                    <a:pt x="5962" y="1279"/>
                  </a:lnTo>
                  <a:lnTo>
                    <a:pt x="5534" y="1294"/>
                  </a:lnTo>
                  <a:lnTo>
                    <a:pt x="5120" y="1294"/>
                  </a:lnTo>
                  <a:lnTo>
                    <a:pt x="4709" y="1294"/>
                  </a:lnTo>
                  <a:lnTo>
                    <a:pt x="4311" y="1266"/>
                  </a:lnTo>
                  <a:lnTo>
                    <a:pt x="3923" y="1221"/>
                  </a:lnTo>
                  <a:lnTo>
                    <a:pt x="3548" y="1161"/>
                  </a:lnTo>
                  <a:lnTo>
                    <a:pt x="3187" y="1101"/>
                  </a:lnTo>
                  <a:lnTo>
                    <a:pt x="2840" y="1026"/>
                  </a:lnTo>
                  <a:lnTo>
                    <a:pt x="2505" y="954"/>
                  </a:lnTo>
                  <a:lnTo>
                    <a:pt x="2192" y="865"/>
                  </a:lnTo>
                  <a:lnTo>
                    <a:pt x="1889" y="775"/>
                  </a:lnTo>
                  <a:lnTo>
                    <a:pt x="1346" y="579"/>
                  </a:lnTo>
                  <a:lnTo>
                    <a:pt x="882" y="400"/>
                  </a:lnTo>
                  <a:lnTo>
                    <a:pt x="511" y="253"/>
                  </a:lnTo>
                  <a:lnTo>
                    <a:pt x="234" y="11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0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1" y="4961454"/>
            <a:ext cx="6422004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66441" y="685800"/>
            <a:ext cx="6422004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866440" y="5528192"/>
            <a:ext cx="6422004" cy="493712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14997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21010068">
              <a:off x="6359946" y="2780895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9" name="Rectangle 8"/>
            <p:cNvSpPr/>
            <p:nvPr/>
          </p:nvSpPr>
          <p:spPr>
            <a:xfrm>
              <a:off x="485023" y="4343399"/>
              <a:ext cx="8182128" cy="211243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10"/>
            <p:cNvSpPr/>
            <p:nvPr/>
          </p:nvSpPr>
          <p:spPr bwMode="gray">
            <a:xfrm>
              <a:off x="485023" y="2854646"/>
              <a:ext cx="8182128" cy="2130508"/>
            </a:xfrm>
            <a:custGeom>
              <a:avLst/>
              <a:gdLst/>
              <a:ahLst/>
              <a:cxnLst/>
              <a:rect l="l" t="t" r="r" b="b"/>
              <a:pathLst>
                <a:path w="10000" h="9621">
                  <a:moveTo>
                    <a:pt x="0" y="0"/>
                  </a:moveTo>
                  <a:lnTo>
                    <a:pt x="0" y="2411"/>
                  </a:lnTo>
                  <a:lnTo>
                    <a:pt x="0" y="9586"/>
                  </a:lnTo>
                  <a:lnTo>
                    <a:pt x="0" y="9621"/>
                  </a:lnTo>
                  <a:lnTo>
                    <a:pt x="10000" y="9585"/>
                  </a:lnTo>
                  <a:cubicBezTo>
                    <a:pt x="9997" y="8144"/>
                    <a:pt x="10003" y="9571"/>
                    <a:pt x="10000" y="9586"/>
                  </a:cubicBezTo>
                  <a:cubicBezTo>
                    <a:pt x="9997" y="7194"/>
                    <a:pt x="9993" y="4803"/>
                    <a:pt x="9990" y="2411"/>
                  </a:cubicBezTo>
                  <a:lnTo>
                    <a:pt x="9990" y="0"/>
                  </a:lnTo>
                  <a:lnTo>
                    <a:pt x="9990" y="0"/>
                  </a:lnTo>
                  <a:lnTo>
                    <a:pt x="9534" y="253"/>
                  </a:lnTo>
                  <a:lnTo>
                    <a:pt x="9084" y="477"/>
                  </a:lnTo>
                  <a:lnTo>
                    <a:pt x="8628" y="669"/>
                  </a:lnTo>
                  <a:lnTo>
                    <a:pt x="8177" y="847"/>
                  </a:lnTo>
                  <a:lnTo>
                    <a:pt x="7726" y="984"/>
                  </a:lnTo>
                  <a:lnTo>
                    <a:pt x="7279" y="1087"/>
                  </a:lnTo>
                  <a:lnTo>
                    <a:pt x="6832" y="1176"/>
                  </a:lnTo>
                  <a:lnTo>
                    <a:pt x="6393" y="1236"/>
                  </a:lnTo>
                  <a:lnTo>
                    <a:pt x="5962" y="1279"/>
                  </a:lnTo>
                  <a:lnTo>
                    <a:pt x="5534" y="1294"/>
                  </a:lnTo>
                  <a:lnTo>
                    <a:pt x="5120" y="1294"/>
                  </a:lnTo>
                  <a:lnTo>
                    <a:pt x="4709" y="1294"/>
                  </a:lnTo>
                  <a:lnTo>
                    <a:pt x="4311" y="1266"/>
                  </a:lnTo>
                  <a:lnTo>
                    <a:pt x="3923" y="1221"/>
                  </a:lnTo>
                  <a:lnTo>
                    <a:pt x="3548" y="1161"/>
                  </a:lnTo>
                  <a:lnTo>
                    <a:pt x="3187" y="1101"/>
                  </a:lnTo>
                  <a:lnTo>
                    <a:pt x="2840" y="1026"/>
                  </a:lnTo>
                  <a:lnTo>
                    <a:pt x="2505" y="954"/>
                  </a:lnTo>
                  <a:lnTo>
                    <a:pt x="2192" y="865"/>
                  </a:lnTo>
                  <a:lnTo>
                    <a:pt x="1889" y="775"/>
                  </a:lnTo>
                  <a:lnTo>
                    <a:pt x="1346" y="579"/>
                  </a:lnTo>
                  <a:lnTo>
                    <a:pt x="882" y="400"/>
                  </a:lnTo>
                  <a:lnTo>
                    <a:pt x="511" y="253"/>
                  </a:lnTo>
                  <a:lnTo>
                    <a:pt x="234" y="11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927100"/>
            <a:ext cx="6422005" cy="1692720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0" y="3488023"/>
            <a:ext cx="6422005" cy="2536857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151459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21010068">
              <a:off x="6359946" y="4309201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1" name="Freeform 10"/>
            <p:cNvSpPr/>
            <p:nvPr/>
          </p:nvSpPr>
          <p:spPr bwMode="gray">
            <a:xfrm>
              <a:off x="485023" y="4381500"/>
              <a:ext cx="8182128" cy="2130508"/>
            </a:xfrm>
            <a:custGeom>
              <a:avLst/>
              <a:gdLst/>
              <a:ahLst/>
              <a:cxnLst/>
              <a:rect l="l" t="t" r="r" b="b"/>
              <a:pathLst>
                <a:path w="10000" h="9621">
                  <a:moveTo>
                    <a:pt x="0" y="0"/>
                  </a:moveTo>
                  <a:lnTo>
                    <a:pt x="0" y="2411"/>
                  </a:lnTo>
                  <a:lnTo>
                    <a:pt x="0" y="9586"/>
                  </a:lnTo>
                  <a:lnTo>
                    <a:pt x="0" y="9621"/>
                  </a:lnTo>
                  <a:lnTo>
                    <a:pt x="10000" y="9585"/>
                  </a:lnTo>
                  <a:cubicBezTo>
                    <a:pt x="9997" y="8144"/>
                    <a:pt x="10003" y="9571"/>
                    <a:pt x="10000" y="9586"/>
                  </a:cubicBezTo>
                  <a:cubicBezTo>
                    <a:pt x="9997" y="7194"/>
                    <a:pt x="9993" y="4803"/>
                    <a:pt x="9990" y="2411"/>
                  </a:cubicBezTo>
                  <a:lnTo>
                    <a:pt x="9990" y="0"/>
                  </a:lnTo>
                  <a:lnTo>
                    <a:pt x="9990" y="0"/>
                  </a:lnTo>
                  <a:lnTo>
                    <a:pt x="9534" y="253"/>
                  </a:lnTo>
                  <a:lnTo>
                    <a:pt x="9084" y="477"/>
                  </a:lnTo>
                  <a:lnTo>
                    <a:pt x="8628" y="669"/>
                  </a:lnTo>
                  <a:lnTo>
                    <a:pt x="8177" y="847"/>
                  </a:lnTo>
                  <a:lnTo>
                    <a:pt x="7726" y="984"/>
                  </a:lnTo>
                  <a:lnTo>
                    <a:pt x="7279" y="1087"/>
                  </a:lnTo>
                  <a:lnTo>
                    <a:pt x="6832" y="1176"/>
                  </a:lnTo>
                  <a:lnTo>
                    <a:pt x="6393" y="1236"/>
                  </a:lnTo>
                  <a:lnTo>
                    <a:pt x="5962" y="1279"/>
                  </a:lnTo>
                  <a:lnTo>
                    <a:pt x="5534" y="1294"/>
                  </a:lnTo>
                  <a:lnTo>
                    <a:pt x="5120" y="1294"/>
                  </a:lnTo>
                  <a:lnTo>
                    <a:pt x="4709" y="1294"/>
                  </a:lnTo>
                  <a:lnTo>
                    <a:pt x="4311" y="1266"/>
                  </a:lnTo>
                  <a:lnTo>
                    <a:pt x="3923" y="1221"/>
                  </a:lnTo>
                  <a:lnTo>
                    <a:pt x="3548" y="1161"/>
                  </a:lnTo>
                  <a:lnTo>
                    <a:pt x="3187" y="1101"/>
                  </a:lnTo>
                  <a:lnTo>
                    <a:pt x="2840" y="1026"/>
                  </a:lnTo>
                  <a:lnTo>
                    <a:pt x="2505" y="954"/>
                  </a:lnTo>
                  <a:lnTo>
                    <a:pt x="2192" y="865"/>
                  </a:lnTo>
                  <a:lnTo>
                    <a:pt x="1889" y="775"/>
                  </a:lnTo>
                  <a:lnTo>
                    <a:pt x="1346" y="579"/>
                  </a:lnTo>
                  <a:lnTo>
                    <a:pt x="882" y="400"/>
                  </a:lnTo>
                  <a:lnTo>
                    <a:pt x="511" y="253"/>
                  </a:lnTo>
                  <a:lnTo>
                    <a:pt x="234" y="11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4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3" name="TextBox 22"/>
          <p:cNvSpPr txBox="1"/>
          <p:nvPr/>
        </p:nvSpPr>
        <p:spPr bwMode="gray">
          <a:xfrm>
            <a:off x="647430" y="651690"/>
            <a:ext cx="601591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80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 bwMode="gray">
          <a:xfrm>
            <a:off x="7069418" y="2900292"/>
            <a:ext cx="619063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80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28060" y="927099"/>
            <a:ext cx="6160385" cy="2882179"/>
          </a:xfrm>
        </p:spPr>
        <p:txBody>
          <a:bodyPr anchor="ctr"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Text Placeholder 3"/>
          <p:cNvSpPr>
            <a:spLocks noGrp="1"/>
          </p:cNvSpPr>
          <p:nvPr>
            <p:ph type="body" sz="half" idx="13"/>
          </p:nvPr>
        </p:nvSpPr>
        <p:spPr bwMode="gray">
          <a:xfrm>
            <a:off x="1387278" y="3809278"/>
            <a:ext cx="5646143" cy="333113"/>
          </a:xfrm>
        </p:spPr>
        <p:txBody>
          <a:bodyPr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  <a:ea typeface="+mn-ea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0" y="5000816"/>
            <a:ext cx="6343673" cy="101061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779557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0" name="Rectangle 9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Oval 10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Oval 11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Freeform 5"/>
            <p:cNvSpPr/>
            <p:nvPr/>
          </p:nvSpPr>
          <p:spPr bwMode="gray">
            <a:xfrm rot="21010068">
              <a:off x="6359946" y="431124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7"/>
            <p:cNvSpPr/>
            <p:nvPr/>
          </p:nvSpPr>
          <p:spPr bwMode="gray">
            <a:xfrm>
              <a:off x="485023" y="4381500"/>
              <a:ext cx="8182128" cy="2130508"/>
            </a:xfrm>
            <a:custGeom>
              <a:avLst/>
              <a:gdLst/>
              <a:ahLst/>
              <a:cxnLst/>
              <a:rect l="l" t="t" r="r" b="b"/>
              <a:pathLst>
                <a:path w="10000" h="9621">
                  <a:moveTo>
                    <a:pt x="0" y="0"/>
                  </a:moveTo>
                  <a:lnTo>
                    <a:pt x="0" y="2411"/>
                  </a:lnTo>
                  <a:lnTo>
                    <a:pt x="0" y="9586"/>
                  </a:lnTo>
                  <a:lnTo>
                    <a:pt x="0" y="9621"/>
                  </a:lnTo>
                  <a:lnTo>
                    <a:pt x="10000" y="9585"/>
                  </a:lnTo>
                  <a:cubicBezTo>
                    <a:pt x="9997" y="8144"/>
                    <a:pt x="10003" y="9571"/>
                    <a:pt x="10000" y="9586"/>
                  </a:cubicBezTo>
                  <a:cubicBezTo>
                    <a:pt x="9997" y="7194"/>
                    <a:pt x="9993" y="4803"/>
                    <a:pt x="9990" y="2411"/>
                  </a:cubicBezTo>
                  <a:lnTo>
                    <a:pt x="9990" y="0"/>
                  </a:lnTo>
                  <a:lnTo>
                    <a:pt x="9990" y="0"/>
                  </a:lnTo>
                  <a:lnTo>
                    <a:pt x="9534" y="253"/>
                  </a:lnTo>
                  <a:lnTo>
                    <a:pt x="9084" y="477"/>
                  </a:lnTo>
                  <a:lnTo>
                    <a:pt x="8628" y="669"/>
                  </a:lnTo>
                  <a:lnTo>
                    <a:pt x="8177" y="847"/>
                  </a:lnTo>
                  <a:lnTo>
                    <a:pt x="7726" y="984"/>
                  </a:lnTo>
                  <a:lnTo>
                    <a:pt x="7279" y="1087"/>
                  </a:lnTo>
                  <a:lnTo>
                    <a:pt x="6832" y="1176"/>
                  </a:lnTo>
                  <a:lnTo>
                    <a:pt x="6393" y="1236"/>
                  </a:lnTo>
                  <a:lnTo>
                    <a:pt x="5962" y="1279"/>
                  </a:lnTo>
                  <a:lnTo>
                    <a:pt x="5534" y="1294"/>
                  </a:lnTo>
                  <a:lnTo>
                    <a:pt x="5120" y="1294"/>
                  </a:lnTo>
                  <a:lnTo>
                    <a:pt x="4709" y="1294"/>
                  </a:lnTo>
                  <a:lnTo>
                    <a:pt x="4311" y="1266"/>
                  </a:lnTo>
                  <a:lnTo>
                    <a:pt x="3923" y="1221"/>
                  </a:lnTo>
                  <a:lnTo>
                    <a:pt x="3548" y="1161"/>
                  </a:lnTo>
                  <a:lnTo>
                    <a:pt x="3187" y="1101"/>
                  </a:lnTo>
                  <a:lnTo>
                    <a:pt x="2840" y="1026"/>
                  </a:lnTo>
                  <a:lnTo>
                    <a:pt x="2505" y="954"/>
                  </a:lnTo>
                  <a:lnTo>
                    <a:pt x="2192" y="865"/>
                  </a:lnTo>
                  <a:lnTo>
                    <a:pt x="1889" y="775"/>
                  </a:lnTo>
                  <a:lnTo>
                    <a:pt x="1346" y="579"/>
                  </a:lnTo>
                  <a:lnTo>
                    <a:pt x="882" y="400"/>
                  </a:lnTo>
                  <a:lnTo>
                    <a:pt x="511" y="253"/>
                  </a:lnTo>
                  <a:lnTo>
                    <a:pt x="234" y="11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7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2057400"/>
            <a:ext cx="6422005" cy="20955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1" y="5024908"/>
            <a:ext cx="6422004" cy="994891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966467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927100"/>
            <a:ext cx="6423593" cy="709864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0" y="2489200"/>
            <a:ext cx="2313432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5"/>
          </p:nvPr>
        </p:nvSpPr>
        <p:spPr>
          <a:xfrm>
            <a:off x="866440" y="3147164"/>
            <a:ext cx="2313432" cy="2888366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05614" y="2489200"/>
            <a:ext cx="2318918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6"/>
          </p:nvPr>
        </p:nvSpPr>
        <p:spPr>
          <a:xfrm>
            <a:off x="3408471" y="3147164"/>
            <a:ext cx="2318918" cy="2888366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58642" y="2489200"/>
            <a:ext cx="2318918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7"/>
          </p:nvPr>
        </p:nvSpPr>
        <p:spPr>
          <a:xfrm>
            <a:off x="5960935" y="3147164"/>
            <a:ext cx="2316625" cy="2888366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294530" y="2489201"/>
            <a:ext cx="0" cy="3546328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5849521" y="2489201"/>
            <a:ext cx="0" cy="3546328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489086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927100"/>
            <a:ext cx="6345260" cy="709864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0" y="4179596"/>
            <a:ext cx="2313432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19055" y="2489200"/>
            <a:ext cx="2015144" cy="1447342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8"/>
          </p:nvPr>
        </p:nvSpPr>
        <p:spPr>
          <a:xfrm>
            <a:off x="866439" y="4837558"/>
            <a:ext cx="2313432" cy="1187321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11125" y="4179595"/>
            <a:ext cx="2318918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8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553189" y="2489200"/>
            <a:ext cx="2015144" cy="1447342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411125" y="4848208"/>
            <a:ext cx="2318918" cy="1187321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58642" y="4179596"/>
            <a:ext cx="2318918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6108641" y="2489200"/>
            <a:ext cx="2015144" cy="1447342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5958642" y="4837558"/>
            <a:ext cx="2318918" cy="1187321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40" name="Straight Connector 39"/>
          <p:cNvCxnSpPr/>
          <p:nvPr/>
        </p:nvCxnSpPr>
        <p:spPr>
          <a:xfrm>
            <a:off x="3290019" y="2489201"/>
            <a:ext cx="0" cy="3546328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/>
          <p:cNvCxnSpPr/>
          <p:nvPr/>
        </p:nvCxnSpPr>
        <p:spPr>
          <a:xfrm>
            <a:off x="5849521" y="2489201"/>
            <a:ext cx="0" cy="3546328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71312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739049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88" y="0"/>
            <a:ext cx="9120420" cy="6860798"/>
            <a:chOff x="-1588" y="0"/>
            <a:chExt cx="9120420" cy="6860798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Oval 11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Freeform 5"/>
            <p:cNvSpPr/>
            <p:nvPr/>
          </p:nvSpPr>
          <p:spPr bwMode="gray">
            <a:xfrm rot="4966650">
              <a:off x="4673046" y="5107506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</p:grpSp>
      <p:sp>
        <p:nvSpPr>
          <p:cNvPr id="17" name="Rectangle 16"/>
          <p:cNvSpPr/>
          <p:nvPr/>
        </p:nvSpPr>
        <p:spPr>
          <a:xfrm>
            <a:off x="414867" y="402165"/>
            <a:ext cx="4610565" cy="605367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Freeform 9"/>
          <p:cNvSpPr/>
          <p:nvPr/>
        </p:nvSpPr>
        <p:spPr bwMode="gray">
          <a:xfrm rot="5400000">
            <a:off x="1299309" y="1765596"/>
            <a:ext cx="5995993" cy="3326809"/>
          </a:xfrm>
          <a:custGeom>
            <a:avLst/>
            <a:gdLst/>
            <a:ahLst/>
            <a:cxnLst/>
            <a:rect l="0" t="0" r="r" b="b"/>
            <a:pathLst>
              <a:path w="4960" h="2752">
                <a:moveTo>
                  <a:pt x="0" y="0"/>
                </a:moveTo>
                <a:lnTo>
                  <a:pt x="0" y="324"/>
                </a:lnTo>
                <a:lnTo>
                  <a:pt x="0" y="1992"/>
                </a:lnTo>
                <a:lnTo>
                  <a:pt x="0" y="2752"/>
                </a:lnTo>
                <a:lnTo>
                  <a:pt x="4960" y="2752"/>
                </a:lnTo>
                <a:lnTo>
                  <a:pt x="4960" y="1992"/>
                </a:lnTo>
                <a:lnTo>
                  <a:pt x="4960" y="324"/>
                </a:lnTo>
                <a:lnTo>
                  <a:pt x="4960" y="0"/>
                </a:lnTo>
                <a:lnTo>
                  <a:pt x="4960" y="0"/>
                </a:lnTo>
                <a:lnTo>
                  <a:pt x="4734" y="34"/>
                </a:lnTo>
                <a:lnTo>
                  <a:pt x="4510" y="64"/>
                </a:lnTo>
                <a:lnTo>
                  <a:pt x="4284" y="90"/>
                </a:lnTo>
                <a:lnTo>
                  <a:pt x="4060" y="114"/>
                </a:lnTo>
                <a:lnTo>
                  <a:pt x="3836" y="132"/>
                </a:lnTo>
                <a:lnTo>
                  <a:pt x="3614" y="146"/>
                </a:lnTo>
                <a:lnTo>
                  <a:pt x="3392" y="158"/>
                </a:lnTo>
                <a:lnTo>
                  <a:pt x="3174" y="166"/>
                </a:lnTo>
                <a:lnTo>
                  <a:pt x="2960" y="172"/>
                </a:lnTo>
                <a:lnTo>
                  <a:pt x="2748" y="174"/>
                </a:lnTo>
                <a:lnTo>
                  <a:pt x="2542" y="174"/>
                </a:lnTo>
                <a:lnTo>
                  <a:pt x="2338" y="174"/>
                </a:lnTo>
                <a:lnTo>
                  <a:pt x="2140" y="170"/>
                </a:lnTo>
                <a:lnTo>
                  <a:pt x="1948" y="164"/>
                </a:lnTo>
                <a:lnTo>
                  <a:pt x="1762" y="156"/>
                </a:lnTo>
                <a:lnTo>
                  <a:pt x="1582" y="148"/>
                </a:lnTo>
                <a:lnTo>
                  <a:pt x="1410" y="138"/>
                </a:lnTo>
                <a:lnTo>
                  <a:pt x="1244" y="128"/>
                </a:lnTo>
                <a:lnTo>
                  <a:pt x="1088" y="116"/>
                </a:lnTo>
                <a:lnTo>
                  <a:pt x="938" y="104"/>
                </a:lnTo>
                <a:lnTo>
                  <a:pt x="668" y="78"/>
                </a:lnTo>
                <a:lnTo>
                  <a:pt x="438" y="54"/>
                </a:lnTo>
                <a:lnTo>
                  <a:pt x="254" y="34"/>
                </a:lnTo>
                <a:lnTo>
                  <a:pt x="116" y="16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</p:sp>
      <p:sp>
        <p:nvSpPr>
          <p:cNvPr id="18" name="Freeform 5"/>
          <p:cNvSpPr>
            <a:spLocks noEditPoints="1"/>
          </p:cNvSpPr>
          <p:nvPr/>
        </p:nvSpPr>
        <p:spPr bwMode="gray">
          <a:xfrm>
            <a:off x="0" y="0"/>
            <a:ext cx="9144000" cy="6858000"/>
          </a:xfrm>
          <a:custGeom>
            <a:avLst/>
            <a:gdLst/>
            <a:ahLst/>
            <a:cxnLst/>
            <a:rect l="0" t="0" r="r" b="b"/>
            <a:pathLst>
              <a:path w="5760" h="4320">
                <a:moveTo>
                  <a:pt x="0" y="0"/>
                </a:moveTo>
                <a:lnTo>
                  <a:pt x="0" y="4320"/>
                </a:lnTo>
                <a:lnTo>
                  <a:pt x="5760" y="4320"/>
                </a:lnTo>
                <a:lnTo>
                  <a:pt x="5760" y="0"/>
                </a:lnTo>
                <a:lnTo>
                  <a:pt x="0" y="0"/>
                </a:lnTo>
                <a:close/>
                <a:moveTo>
                  <a:pt x="5444" y="4004"/>
                </a:moveTo>
                <a:lnTo>
                  <a:pt x="324" y="4004"/>
                </a:lnTo>
                <a:lnTo>
                  <a:pt x="324" y="324"/>
                </a:lnTo>
                <a:lnTo>
                  <a:pt x="5444" y="324"/>
                </a:lnTo>
                <a:lnTo>
                  <a:pt x="5444" y="4004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174928" y="1447799"/>
            <a:ext cx="1113516" cy="4572001"/>
          </a:xfrm>
        </p:spPr>
        <p:txBody>
          <a:bodyPr vert="eaVert" anchor="ctr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66738" y="1447799"/>
            <a:ext cx="4416936" cy="457200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22276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19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Oval 22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Oval 23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Freeform 5"/>
            <p:cNvSpPr/>
            <p:nvPr/>
          </p:nvSpPr>
          <p:spPr bwMode="gray">
            <a:xfrm rot="21010068">
              <a:off x="6359946" y="179029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25" name="Freeform 24"/>
            <p:cNvSpPr/>
            <p:nvPr/>
          </p:nvSpPr>
          <p:spPr bwMode="gray">
            <a:xfrm>
              <a:off x="485023" y="1856450"/>
              <a:ext cx="8173954" cy="4535226"/>
            </a:xfrm>
            <a:custGeom>
              <a:avLst/>
              <a:gdLst/>
              <a:ahLst/>
              <a:cxnLst/>
              <a:rect l="0" t="0" r="r" b="b"/>
              <a:pathLst>
                <a:path w="4960" h="2752">
                  <a:moveTo>
                    <a:pt x="0" y="0"/>
                  </a:moveTo>
                  <a:lnTo>
                    <a:pt x="0" y="324"/>
                  </a:lnTo>
                  <a:lnTo>
                    <a:pt x="0" y="1992"/>
                  </a:lnTo>
                  <a:lnTo>
                    <a:pt x="0" y="2752"/>
                  </a:lnTo>
                  <a:lnTo>
                    <a:pt x="4960" y="2752"/>
                  </a:lnTo>
                  <a:lnTo>
                    <a:pt x="4960" y="1992"/>
                  </a:lnTo>
                  <a:lnTo>
                    <a:pt x="4960" y="324"/>
                  </a:lnTo>
                  <a:lnTo>
                    <a:pt x="4960" y="0"/>
                  </a:lnTo>
                  <a:lnTo>
                    <a:pt x="4960" y="0"/>
                  </a:lnTo>
                  <a:lnTo>
                    <a:pt x="4734" y="34"/>
                  </a:lnTo>
                  <a:lnTo>
                    <a:pt x="4510" y="64"/>
                  </a:lnTo>
                  <a:lnTo>
                    <a:pt x="4284" y="90"/>
                  </a:lnTo>
                  <a:lnTo>
                    <a:pt x="4060" y="114"/>
                  </a:lnTo>
                  <a:lnTo>
                    <a:pt x="3836" y="132"/>
                  </a:lnTo>
                  <a:lnTo>
                    <a:pt x="3614" y="146"/>
                  </a:lnTo>
                  <a:lnTo>
                    <a:pt x="3392" y="158"/>
                  </a:lnTo>
                  <a:lnTo>
                    <a:pt x="3174" y="166"/>
                  </a:lnTo>
                  <a:lnTo>
                    <a:pt x="2960" y="172"/>
                  </a:lnTo>
                  <a:lnTo>
                    <a:pt x="2748" y="174"/>
                  </a:lnTo>
                  <a:lnTo>
                    <a:pt x="2542" y="174"/>
                  </a:lnTo>
                  <a:lnTo>
                    <a:pt x="2338" y="174"/>
                  </a:lnTo>
                  <a:lnTo>
                    <a:pt x="2140" y="170"/>
                  </a:lnTo>
                  <a:lnTo>
                    <a:pt x="1948" y="164"/>
                  </a:lnTo>
                  <a:lnTo>
                    <a:pt x="1762" y="156"/>
                  </a:lnTo>
                  <a:lnTo>
                    <a:pt x="1582" y="148"/>
                  </a:lnTo>
                  <a:lnTo>
                    <a:pt x="1410" y="138"/>
                  </a:lnTo>
                  <a:lnTo>
                    <a:pt x="1244" y="128"/>
                  </a:lnTo>
                  <a:lnTo>
                    <a:pt x="1088" y="116"/>
                  </a:lnTo>
                  <a:lnTo>
                    <a:pt x="938" y="104"/>
                  </a:lnTo>
                  <a:lnTo>
                    <a:pt x="668" y="78"/>
                  </a:lnTo>
                  <a:lnTo>
                    <a:pt x="438" y="54"/>
                  </a:lnTo>
                  <a:lnTo>
                    <a:pt x="254" y="34"/>
                  </a:lnTo>
                  <a:lnTo>
                    <a:pt x="116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0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866440" y="927099"/>
            <a:ext cx="6345260" cy="70986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4382" y="2489200"/>
            <a:ext cx="6345260" cy="3530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74443" y="6365498"/>
            <a:ext cx="990599" cy="228659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900" b="1" i="0">
                <a:solidFill>
                  <a:schemeClr val="accent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10/31/2025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90843" y="6365497"/>
            <a:ext cx="3859795" cy="2286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900" b="1" i="0">
                <a:solidFill>
                  <a:schemeClr val="accent1"/>
                </a:solidFill>
              </a:defRPr>
            </a:lvl1pPr>
          </a:lstStyle>
          <a:p>
            <a:endParaRPr lang="en-US"/>
          </a:p>
        </p:txBody>
      </p:sp>
      <p:sp>
        <p:nvSpPr>
          <p:cNvPr id="26" name="Rectangle 25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8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>
                <a:solidFill>
                  <a:schemeClr val="bg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56534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41" r:id="rId1"/>
    <p:sldLayoutId id="2147483842" r:id="rId2"/>
    <p:sldLayoutId id="2147483843" r:id="rId3"/>
    <p:sldLayoutId id="2147483844" r:id="rId4"/>
    <p:sldLayoutId id="2147483845" r:id="rId5"/>
    <p:sldLayoutId id="2147483846" r:id="rId6"/>
    <p:sldLayoutId id="2147483847" r:id="rId7"/>
    <p:sldLayoutId id="2147483848" r:id="rId8"/>
    <p:sldLayoutId id="2147483849" r:id="rId9"/>
    <p:sldLayoutId id="2147483850" r:id="rId10"/>
    <p:sldLayoutId id="2147483851" r:id="rId11"/>
    <p:sldLayoutId id="2147483852" r:id="rId12"/>
    <p:sldLayoutId id="2147483853" r:id="rId13"/>
    <p:sldLayoutId id="2147483854" r:id="rId14"/>
    <p:sldLayoutId id="2147483855" r:id="rId15"/>
    <p:sldLayoutId id="2147483856" r:id="rId16"/>
    <p:sldLayoutId id="214748385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200" b="0" i="0" kern="1200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685800" indent="-283464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96012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23444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50876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8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0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225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24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dirty="0" err="1"/>
              <a:t>ElectViz</a:t>
            </a:r>
            <a:r>
              <a:rPr lang="en-US" dirty="0"/>
              <a:t> </a:t>
            </a:r>
            <a:r>
              <a:rPr dirty="0"/>
              <a:t>Election Data Visualization </a:t>
            </a:r>
            <a:r>
              <a:rPr lang="en-US" dirty="0"/>
              <a:t>For Media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24657" y="2369278"/>
            <a:ext cx="8124668" cy="374670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project focuses on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analyzing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2019 Indian General Election dataset and transforming it into interactive dashboards for media and data-driven political analysis.</a:t>
            </a:r>
          </a:p>
          <a:p>
            <a:pPr marL="0" indent="0"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Presented By:</a:t>
            </a:r>
          </a:p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Arjun Srivastava</a:t>
            </a:r>
          </a:p>
          <a:p>
            <a:pPr marL="0" indent="0"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Technologies Used:</a:t>
            </a:r>
          </a:p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Microsoft Power BI</a:t>
            </a:r>
          </a:p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Power Query</a:t>
            </a:r>
          </a:p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Excel / CSV Data</a:t>
            </a:r>
          </a:p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DAX (Data Analysis Expressions)</a:t>
            </a:r>
          </a:p>
          <a:p>
            <a:pPr marL="0" indent="0">
              <a:buNone/>
            </a:pP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64381" y="2489200"/>
            <a:ext cx="6885533" cy="35306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project was undertaken to gain real-world experience in handling large public datasets and designing professional business dashboards. Through this project, I aimed to understand how data-driven insights can support media coverage, political research, and public awareness.</a:t>
            </a:r>
          </a:p>
          <a:p>
            <a:pPr marL="0" indent="0">
              <a:buNone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core purpose was to make complex election information simple, visual, and meaningful for end-users.</a:t>
            </a:r>
          </a:p>
          <a:p>
            <a:pPr marL="0" indent="0">
              <a:buNone/>
            </a:pPr>
            <a:endParaRPr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9667" y="2338466"/>
            <a:ext cx="7989756" cy="410730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Primary Goal:</a:t>
            </a:r>
          </a:p>
          <a:p>
            <a:pPr marL="0" indent="0">
              <a:buNone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design a dynamic Power BI dashboard that helps users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analyze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nationwide election results and identify patterns across candidates, parties, and states.</a:t>
            </a:r>
          </a:p>
          <a:p>
            <a:pPr marL="0" indent="0">
              <a:buNone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Objectives: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Convert raw election data into structured format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Create interactive dashboards for trends and performance tracking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Present insights on votes, education, gender, and financial background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Support transparent and fact-based election interpretation</a:t>
            </a:r>
          </a:p>
          <a:p>
            <a:pPr marL="0" indent="0">
              <a:buNone/>
            </a:pPr>
            <a:endParaRPr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Source &amp; Preparation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49705" y="2279339"/>
            <a:ext cx="4053715" cy="4407108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Primary Source: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Election Commission of India (Official public dataset)</a:t>
            </a:r>
          </a:p>
          <a:p>
            <a:pPr marL="0" indent="0">
              <a:buNone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 Includes: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q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Candidate &amp; party information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Votes &amp; postal votes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Constituency &amp; state details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Assets &amp; liabilities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Criminal cases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Gender, age &amp; education</a:t>
            </a:r>
          </a:p>
          <a:p>
            <a:pPr marL="0" indent="0">
              <a:buNone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Format: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Excel / CSV</a:t>
            </a:r>
          </a:p>
          <a:p>
            <a:pPr marL="0" indent="0">
              <a:buNone/>
            </a:pPr>
            <a:endParaRPr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ED07C13-2E61-6CFA-9922-3BBBB8968DA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503420" y="2219379"/>
            <a:ext cx="4055964" cy="4407108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IN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ensure high-quality insights, data was cleaned and transformed using </a:t>
            </a:r>
            <a:r>
              <a:rPr lang="en-IN" sz="1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Excel &amp; Power Query</a:t>
            </a:r>
            <a:r>
              <a:rPr lang="en-IN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indent="0">
              <a:buNone/>
            </a:pPr>
            <a:r>
              <a:rPr lang="en-IN" sz="1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Steps Performed:</a:t>
            </a:r>
            <a:endParaRPr lang="en-IN" sz="1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q"/>
            </a:pPr>
            <a:r>
              <a:rPr lang="en-IN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Removed duplicates &amp; irrelevant rows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IN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Standardized candidate &amp; party names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IN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Converted text values to numeric formats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IN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Cleaned asset/liability fields (₹ formatting)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IN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Handled missing / inconsistent values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IN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Created relationship-ready structured tables</a:t>
            </a:r>
          </a:p>
          <a:p>
            <a:endParaRPr lang="en-IN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Dashboard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66440" y="2250190"/>
            <a:ext cx="4023735" cy="412145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Visuals: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KPI Metrics summary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State-wise map visual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Party performance charts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Gender and category-wise distribution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Education level of candidates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Assets vs Criminal Cases Scatter analysis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Postal vs general vote comparison</a:t>
            </a:r>
          </a:p>
          <a:p>
            <a:pPr marL="0" indent="0">
              <a:buNone/>
            </a:pPr>
            <a:endParaRPr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0903166-14E6-A6C2-8BE9-01D69FDEE51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890175" y="2251860"/>
            <a:ext cx="3858842" cy="412145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Interactive Elements: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State filters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Party filters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Gender filter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Candidate filter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Key Insights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43E982A9-ED4F-B035-5F7E-8C8B6CAE2712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14346" y="2420263"/>
            <a:ext cx="7915308" cy="3477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Majority of winners were male candidates.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Higher education level often correlated with higher winning probability.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Wealthier candidates had a significantly better win ratio.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Some candidates with criminal charges won elections.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BJP performed strongest nationwide with the most winners.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Postal votes showed trend shifts in selected constituencies.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Challenges &amp; Solutions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825A599B-FD41-739F-AB51-2DF3382E2DF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886462925"/>
              </p:ext>
            </p:extLst>
          </p:nvPr>
        </p:nvGraphicFramePr>
        <p:xfrm>
          <a:off x="629587" y="2447834"/>
          <a:ext cx="7989756" cy="3537493"/>
        </p:xfrm>
        <a:graphic>
          <a:graphicData uri="http://schemas.openxmlformats.org/drawingml/2006/table">
            <a:tbl>
              <a:tblPr/>
              <a:tblGrid>
                <a:gridCol w="3994878">
                  <a:extLst>
                    <a:ext uri="{9D8B030D-6E8A-4147-A177-3AD203B41FA5}">
                      <a16:colId xmlns:a16="http://schemas.microsoft.com/office/drawing/2014/main" val="3123986829"/>
                    </a:ext>
                  </a:extLst>
                </a:gridCol>
                <a:gridCol w="3994878">
                  <a:extLst>
                    <a:ext uri="{9D8B030D-6E8A-4147-A177-3AD203B41FA5}">
                      <a16:colId xmlns:a16="http://schemas.microsoft.com/office/drawing/2014/main" val="364959209"/>
                    </a:ext>
                  </a:extLst>
                </a:gridCol>
              </a:tblGrid>
              <a:tr h="33624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7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Challenge</a:t>
                      </a:r>
                    </a:p>
                  </a:txBody>
                  <a:tcPr marL="84062" marR="84062" marT="42031" marB="420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7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Resolution</a:t>
                      </a:r>
                    </a:p>
                  </a:txBody>
                  <a:tcPr marL="84062" marR="84062" marT="42031" marB="420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56981480"/>
                  </a:ext>
                </a:extLst>
              </a:tr>
              <a:tr h="84061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Inconsistent raw data</a:t>
                      </a:r>
                    </a:p>
                  </a:txBody>
                  <a:tcPr marL="84062" marR="84062" marT="42031" marB="420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Data cleaning &amp; formatting in Excel &amp; Power Query</a:t>
                      </a:r>
                    </a:p>
                  </a:txBody>
                  <a:tcPr marL="84062" marR="84062" marT="42031" marB="420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37019886"/>
                  </a:ext>
                </a:extLst>
              </a:tr>
              <a:tr h="58843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Complex relationship model</a:t>
                      </a:r>
                    </a:p>
                  </a:txBody>
                  <a:tcPr marL="84062" marR="84062" marT="42031" marB="420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Built structured star schema</a:t>
                      </a:r>
                    </a:p>
                  </a:txBody>
                  <a:tcPr marL="84062" marR="84062" marT="42031" marB="420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60003972"/>
                  </a:ext>
                </a:extLst>
              </a:tr>
              <a:tr h="58843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DAX formula complexity</a:t>
                      </a:r>
                    </a:p>
                  </a:txBody>
                  <a:tcPr marL="84062" marR="84062" marT="42031" marB="420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Used modular DAX calculations</a:t>
                      </a:r>
                    </a:p>
                  </a:txBody>
                  <a:tcPr marL="84062" marR="84062" marT="42031" marB="420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36315416"/>
                  </a:ext>
                </a:extLst>
              </a:tr>
              <a:tr h="58843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Too much data for visuals</a:t>
                      </a:r>
                    </a:p>
                  </a:txBody>
                  <a:tcPr marL="84062" marR="84062" marT="42031" marB="420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Applied clean, minimal BI design approach</a:t>
                      </a:r>
                    </a:p>
                  </a:txBody>
                  <a:tcPr marL="84062" marR="84062" marT="42031" marB="420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63819785"/>
                  </a:ext>
                </a:extLst>
              </a:tr>
              <a:tr h="58843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Maintaining accuracy</a:t>
                      </a:r>
                    </a:p>
                  </a:txBody>
                  <a:tcPr marL="84062" marR="84062" marT="42031" marB="420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Cross-checked values manually</a:t>
                      </a:r>
                    </a:p>
                  </a:txBody>
                  <a:tcPr marL="84062" marR="84062" marT="42031" marB="420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59167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Internship Learnings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DFF90B3-1832-5A49-8B74-5D0CD1E312E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11607" y="2505026"/>
            <a:ext cx="3636980" cy="3530603"/>
          </a:xfrm>
        </p:spPr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Technical Skills Gained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Power BI dashboard creation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modeling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&amp; star schema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Advanced DAX measures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cleaning with Power Query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KPI &amp; visualization techniques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Real-time problem solving on datasets</a:t>
            </a:r>
          </a:p>
          <a:p>
            <a:pPr marL="0" indent="0">
              <a:buNone/>
            </a:pPr>
            <a:endParaRPr lang="en-IN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9D20F6D4-128E-6079-7DF9-D8A74D930CA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895413" y="2505026"/>
            <a:ext cx="3753912" cy="3895774"/>
          </a:xfrm>
        </p:spPr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Professional &amp; Soft Skills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Presentation and reporting skill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storytelling and insight explanation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Time management in project execution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Independent working &amp; decision-making</a:t>
            </a:r>
          </a:p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internship strengthened my practical BI knowledge and boosted confidence in real-world analytics work.</a:t>
            </a:r>
          </a:p>
          <a:p>
            <a:endParaRPr lang="en-IN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Future Scope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D73CE593-D150-CD7D-4612-6AAC8C98B7C8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54520" y="2708718"/>
            <a:ext cx="7964823" cy="28623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Integrate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real-time election data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via API.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Add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machine learning model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for result prediction.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Build web-based dashboard interface.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Develop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mobile-view BI dashboard.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Include sentiment analysis using social media data.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94519" y="2520013"/>
            <a:ext cx="7754962" cy="3530600"/>
          </a:xfrm>
        </p:spPr>
        <p:txBody>
          <a:bodyPr/>
          <a:lstStyle/>
          <a:p>
            <a:pPr marL="0" indent="0">
              <a:buNone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project helped me gain hands-on experience in end-to-end BI development — from raw dataset cleanup to dashboard delivery.</a:t>
            </a:r>
            <a:b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improved my technical skills, analytical mindset, and presentation capability.</a:t>
            </a:r>
          </a:p>
          <a:p>
            <a:pPr marL="0" indent="0">
              <a:buNone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ElectViz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dashboard serves as a transparent and powerful election analysis tool for journalists, analysts, and the public.</a:t>
            </a:r>
          </a:p>
          <a:p>
            <a:pPr marL="0" indent="0">
              <a:buNone/>
            </a:pPr>
            <a:endParaRPr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Thank You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84107" y="2490033"/>
            <a:ext cx="6345260" cy="3530600"/>
          </a:xfrm>
        </p:spPr>
        <p:txBody>
          <a:bodyPr/>
          <a:lstStyle/>
          <a:p>
            <a:pPr marL="0" indent="0" algn="ctr">
              <a:buNone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 for your time and attention.</a:t>
            </a:r>
            <a:b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Happy to answer questions </a:t>
            </a:r>
          </a:p>
          <a:p>
            <a:pPr marL="0" indent="0">
              <a:buNone/>
            </a:pPr>
            <a:endParaRPr dirty="0"/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 Boardroom">
  <a:themeElements>
    <a:clrScheme name="Ion Boardroom">
      <a:dk1>
        <a:sysClr val="windowText" lastClr="000000"/>
      </a:dk1>
      <a:lt1>
        <a:sysClr val="window" lastClr="FFFFFF"/>
      </a:lt1>
      <a:dk2>
        <a:srgbClr val="3B3059"/>
      </a:dk2>
      <a:lt2>
        <a:srgbClr val="EBEBEB"/>
      </a:lt2>
      <a:accent1>
        <a:srgbClr val="B31166"/>
      </a:accent1>
      <a:accent2>
        <a:srgbClr val="E33D6F"/>
      </a:accent2>
      <a:accent3>
        <a:srgbClr val="E45F3C"/>
      </a:accent3>
      <a:accent4>
        <a:srgbClr val="E9943A"/>
      </a:accent4>
      <a:accent5>
        <a:srgbClr val="9B6BF2"/>
      </a:accent5>
      <a:accent6>
        <a:srgbClr val="D53DD0"/>
      </a:accent6>
      <a:hlink>
        <a:srgbClr val="8F8F8F"/>
      </a:hlink>
      <a:folHlink>
        <a:srgbClr val="A5A5A5"/>
      </a:folHlink>
    </a:clrScheme>
    <a:fontScheme name="Ion Boardroom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 Boardroom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24000"/>
                <a:satMod val="148000"/>
                <a:lumMod val="12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91000"/>
                <a:satMod val="164000"/>
                <a:lumMod val="74000"/>
              </a:schemeClr>
              <a:schemeClr val="phClr">
                <a:hueMod val="124000"/>
                <a:satMod val="140000"/>
                <a:lumMod val="14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 Boardroom" id="{FC33163D-4339-46B1-8EED-24C834239D99}" vid="{B8502691-933B-45FE-8764-BA278511EF2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TM02900722[[fn=Ion Boardroom]]</Template>
  <TotalTime>36</TotalTime>
  <Words>600</Words>
  <Application>Microsoft Office PowerPoint</Application>
  <PresentationFormat>On-screen Show (4:3)</PresentationFormat>
  <Paragraphs>106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Arial</vt:lpstr>
      <vt:lpstr>Century Gothic</vt:lpstr>
      <vt:lpstr>Times New Roman</vt:lpstr>
      <vt:lpstr>Wingdings</vt:lpstr>
      <vt:lpstr>Wingdings 3</vt:lpstr>
      <vt:lpstr>Ion Boardroom</vt:lpstr>
      <vt:lpstr>ElectViz Election Data Visualization For Media</vt:lpstr>
      <vt:lpstr>Project Overview</vt:lpstr>
      <vt:lpstr>Objective</vt:lpstr>
      <vt:lpstr>Data Source &amp; Preparation</vt:lpstr>
      <vt:lpstr>Dashboard Features</vt:lpstr>
      <vt:lpstr>Key Insights</vt:lpstr>
      <vt:lpstr>Challenges &amp; Solutions</vt:lpstr>
      <vt:lpstr>Internship Learnings</vt:lpstr>
      <vt:lpstr>Future Scope</vt:lpstr>
      <vt:lpstr>Conclusion</vt:lpstr>
      <vt:lpstr>Thank You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Anil Srivastava</cp:lastModifiedBy>
  <cp:revision>1</cp:revision>
  <dcterms:created xsi:type="dcterms:W3CDTF">2013-01-27T09:14:16Z</dcterms:created>
  <dcterms:modified xsi:type="dcterms:W3CDTF">2025-10-31T11:03:17Z</dcterms:modified>
  <cp:category/>
</cp:coreProperties>
</file>